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8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A1D2C-5C41-9542-9DA8-7BF7DE7E7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F77FB6-EF7F-C4B2-6979-EA4A8325B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14F38-77ED-26AB-1F68-A18C827B1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BC6B-E46C-4324-B39A-14BB628336D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608A2-E91F-5D1D-BC46-A6EE8A9F7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A57DB-7354-AB2F-807E-97FF92A9F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127AE-041D-424C-B656-5BC2A7762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124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81E7F-1F84-C59D-0BD5-FA4DDB20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6C064-53A2-6753-089B-955B4ADD1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118D9-D6BC-A083-5FA5-C083D78A3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BC6B-E46C-4324-B39A-14BB628336D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710A9-37F7-D94D-959B-73E6B2D06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93F75-1CBA-F7B2-5285-350447880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127AE-041D-424C-B656-5BC2A7762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989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FD489-DD97-B37C-4398-93E5361C1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CC6D4-7DF0-C878-D9D2-17A3D33D1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70770-B932-56E2-6214-D1974ACD7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BC6B-E46C-4324-B39A-14BB628336D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C63C0-881C-EA65-31D2-1A0B3FE5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4DBCB-51B5-37EF-9F63-430EE0143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127AE-041D-424C-B656-5BC2A7762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027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BF964-16C0-177F-B8AC-4575A7E95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4DBF5-D2F8-DF77-C09C-08F2ED0FD0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00B874-C775-24CC-7BFC-8F29EA4DA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EEF96-CC53-9028-7329-CDFC43108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BC6B-E46C-4324-B39A-14BB628336D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BA75E-4FE6-22AC-4809-0531932B6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E9203-4292-3733-602B-659FF1974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127AE-041D-424C-B656-5BC2A7762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60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37D98-034D-F911-4048-BA2CC3373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3E86C-C845-34D5-500A-9D357B28C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F2EEE7-29F5-A4CB-F3CB-B3789D38F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D0EB4C-6B21-9E73-BC62-50332BE06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77DEE-01CB-5750-A8AC-C44E43CAC8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C2E002-6E97-61DA-EBCD-3AF8487B8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BC6B-E46C-4324-B39A-14BB628336D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F88E14-F663-3715-66E3-0BA33E9EC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67E8D8-F3AE-4C63-53CE-D311EE5F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127AE-041D-424C-B656-5BC2A7762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528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D5638-6E94-748A-511D-9E2087BBB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F9BF0C-5779-6CD1-28E8-C30E1D66D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BC6B-E46C-4324-B39A-14BB628336D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C7D1B5-0539-B700-221F-922622302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A36E3-E69C-3511-E9A3-44077C0DA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127AE-041D-424C-B656-5BC2A7762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823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AAAAA2-D7F2-87CA-F573-C4E41D8DC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BC6B-E46C-4324-B39A-14BB628336D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6F2BA9-44E2-617A-61D4-C519E0AD2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D9EF9-0810-9893-01B5-E288D040C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127AE-041D-424C-B656-5BC2A7762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19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95417-B0C6-0E20-F50F-3C374AFD2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51617-064B-C192-96BE-3F3430A1A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73C2A-5DA5-3473-6ACC-E46A63B8D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0FE69-EA44-D5B1-CC1F-1DAC32738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BC6B-E46C-4324-B39A-14BB628336D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C5B6A-A646-744E-22C0-9C275FEE9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AFC27-5460-ADBD-BA8B-086585094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127AE-041D-424C-B656-5BC2A7762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557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3B88B-E4E4-2922-860B-90F804BD6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33D60-CAF8-BD77-6233-7D2F3F0434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ECEF60-407F-F70C-40A9-14294B8CA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88D4D-4503-5815-D727-AA1965031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BC6B-E46C-4324-B39A-14BB628336D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65BCA-905F-49B8-52E4-0E28C809E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7EB4F-B008-7BB6-44A6-F3CE1A218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127AE-041D-424C-B656-5BC2A7762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762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9AECB-85F6-DAEC-B5DD-39E14BAE1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9F2FF9-BD50-6C2C-2A64-434854443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19A5C-99C6-8803-6BDB-B94CD6CB6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BC6B-E46C-4324-B39A-14BB628336D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E2E2A-BA8E-DCE9-C5C3-E3C7D71A4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4161A-1159-6D36-ACE6-9100D5FA7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127AE-041D-424C-B656-5BC2A7762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64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51D3AC-6C57-4395-DF19-67D66A84D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5B4CD-913F-EF9A-8BEB-5966ECF45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659C5-055A-D529-66FE-D2294C0E3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BC6B-E46C-4324-B39A-14BB628336D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B8015-BF87-20F8-7E4A-ECA6A9AA6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919AF-6A99-B7FA-860E-A7783D4FC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127AE-041D-424C-B656-5BC2A7762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31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038BA4-E328-4B0A-5127-302328958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A9E66-00A0-2B10-6AD9-5A94410D6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97D99-EFD0-38A9-78E8-8F8A34FCE9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77BC6B-E46C-4324-B39A-14BB628336D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BCB73-BFB8-40A7-2C88-AA901100D4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E4944-B671-5192-6A27-CDA0B42E2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127AE-041D-424C-B656-5BC2A7762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344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BC112-01A8-8418-A74E-394F188E93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E2B323-59DE-F023-BA1E-85671F6186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17A50E-0AB2-C27D-28A1-F3CA1088D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932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B94CA-A768-9766-005A-5D3166DE1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D672A-329F-6420-CF70-A631CBF12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5AF4CB-DAC3-442C-C5E6-811266C03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269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053CA-8750-9E7B-6240-6DA503D25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A19E1-D326-0B0D-8CA9-E853EB3EE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2A2C5E-E85C-AF7E-C3EC-B8996D0B8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293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C4D71-A67B-0172-2A0C-BBEE3323F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12059-A5CC-E888-5241-55AB9E82C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3DCFB-CA57-DFA9-CA9F-67262DB67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E80EFC-8E55-C6E2-08F5-0F69FFD8B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73CFBF-67E5-0543-92FB-1D472D6DC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739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E2F2-DDC9-6ABF-450D-1244150F9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F3F65-832B-2BEC-DABE-71F02E6A0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5AC94-9059-819A-AC27-287CA8891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463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1366F-D17C-449A-DF94-6B0DA5026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7C665-83C3-AC9E-312F-135AE1721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D705A3-446D-DB98-A83B-BB796FEB2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024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C76A9-7AF2-BBE8-F738-8D10A7955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CDB90-2FE7-53F0-16E8-E9C1B0582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1CD09C-5490-EA2C-E7AA-5544E3241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16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05D11-5B45-5757-8814-7A50C5533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B0A85-7462-A4E2-AD56-B8F20E2FF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D91C8F-A944-B8D0-2A45-1D05CBD2C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23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7B1FA-7882-2060-A74F-36A2609B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E7CE1-E8AF-108A-5891-2E6A44A18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C8497E-3BD0-B2BA-941C-60D2A6421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258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370EA-5EDB-F856-5A9A-977831141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08F9E-115C-F456-0A87-D580F3E19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13FB40-0FCC-6F9D-7B02-A3D9B0BA0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979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F0EE5-383C-271D-3B5D-AA8AE5480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D361F-9427-A10E-1AD8-A27E154D0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A4EAF8-8F70-B226-0D4D-11E207EC5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277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D8CDD-BDE0-63E7-A8BE-16AC13752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44EE7-7D50-2CF3-79FA-C1DD23C26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8DB2E-641F-7667-0F34-7A66E5C4B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1A6FD5-93D0-9142-9AF3-4DDF749C4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F3416B-7A99-3FEA-80AC-649A19814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074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3D231-6F87-71BD-4C0E-BDB2B1978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CE141-FCE2-BE6E-2B2A-D7827494A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B7F0B-09A1-F8AA-4D2A-2DE10DF0F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343895-FD23-2981-93E6-8779AD79D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7B6D70-E153-CC51-B2DE-495B1AD77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421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11149-F7A8-8A2D-1D35-B0815F3C6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BA7CF-9D24-04A6-6B44-3B9F8624F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E645E4-BC77-4B29-AB3E-B987C4746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430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nitin singh</dc:creator>
  <cp:lastModifiedBy>nitin singh</cp:lastModifiedBy>
  <cp:revision>2</cp:revision>
  <dcterms:created xsi:type="dcterms:W3CDTF">2026-01-29T18:56:59Z</dcterms:created>
  <dcterms:modified xsi:type="dcterms:W3CDTF">2026-02-06T08:56:27Z</dcterms:modified>
</cp:coreProperties>
</file>